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25603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20040" y="68580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20040" y="150876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20040" y="2286000"/>
            <a:ext cx="11521440" cy="0"/>
          </a:xfrm>
          <a:prstGeom prst="line">
            <a:avLst/>
          </a:prstGeom>
          <a:noFill/>
          <a:ln w="19050">
            <a:solidFill>
              <a:srgbClr val="5334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4871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86000" y="248716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5760" y="2871216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0815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286000" y="308152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3465576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67588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86000" y="367588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— PDA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4059936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2702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286000" y="427024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 /  Defensa  /  Victoria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65760" y="4654296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8646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Pila: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286000" y="486460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posiciones de combate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65760" y="5248656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54589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286000" y="545896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transiciones formales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[ 2 ]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[ 3 ]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[ 4 ]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[ 5 ]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1417320"/>
            <a:ext cx="7132320" cy="5074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452360" y="1527048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726680" y="1508760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89520" y="2131858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52360" y="2219379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726680" y="2201091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589520" y="2824190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52360" y="2911711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726680" y="2893423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589520" y="3516521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2360" y="3604042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726680" y="3585754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589520" y="4208853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52360" y="4296374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726680" y="4278086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589520" y="4901184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52360" y="4988705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726680" y="4970417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589520" y="5593515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52360" y="5681037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726680" y="5662749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3" name="Text 30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[ 6 ]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[ 7 ]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acepta — el atacante llega a victoria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hasta largo — el defensor falla la parada y no logra nada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medio — el defensor logra retroceder y lo empuja de vuelta a largo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re-avanza a medio, luego a corto, luego a corps-à-corps — la pila acumula todo el recorrido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vuelve a fallar la parada — no puede detener el remate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ejecuta el tocado desde corps-à-corps — el autómata acepta, la cadena pertenece al lenguaje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[ 8 ]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rechaza — el atacante no puede rematar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hasta largo — primer movimiento válido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logra retroceder — empuja al atacante de vuelta a la posición de guardia inicial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intenta hacer el tocado estando en la guardia inicial — esa acción no existe en la tabla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autómata rechaza inmediatamente: no hay transición definida para esa situación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Razón: el tocado solo es válido desde corps-à-corps — intentarlo desde la guardia es inválido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[ 9 ]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Evaluación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grupal · 10 minutos · Todos deben poder responder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puntos — explicar el dominio: los roles, las posiciones y la condición de victoria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puntos — definición formal completa: los siete componentes, el diagrama y la tabla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puntos — justificar las decisiones: por qué la pila, por qué PDA y no AFD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+ 12 puntos — trazar paso a paso la cadena aceptada y explicar la rechazada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+ 6 puntos — justificar el dominio y responder las preguntas del profesor con solvencia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2026-07-07T00:58:45Z</dcterms:created>
  <dcterms:modified xsi:type="dcterms:W3CDTF">2026-07-07T00:58:45Z</dcterms:modified>
</cp:coreProperties>
</file>