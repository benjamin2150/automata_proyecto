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 Pro\Desktop\automata_proyecto\cov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706831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0" y="13716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AUTÓMATAS  //  TRABAJO GRUPAL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0" y="192024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Autómata Apilador (PDA)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5486400" y="3108960"/>
            <a:ext cx="6217920" cy="0"/>
          </a:xfrm>
          <a:prstGeom prst="line">
            <a:avLst/>
          </a:prstGeom>
          <a:noFill/>
          <a:ln w="31750">
            <a:solidFill>
              <a:srgbClr val="C46D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0" y="32918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i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 de Victoria en Esgrima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0" y="43891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Maldonado, Ricardo Gil, Amalia Toledo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0" y="43891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0" y="4846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Esgrima (Florete)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0" y="4846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0" y="53035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 (13 transiciones)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0" y="53035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303520" y="4206240"/>
            <a:ext cx="658368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55280" y="4389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Maldonado, Ricardo Gil, Amalia Toledo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0" y="4846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55280" y="4846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Esgrima (Florete)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955280" y="5303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 (13 transiciones)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0" y="6217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Alonso Inostrosa Psijas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12188952" cy="36576"/>
          </a:xfrm>
          <a:prstGeom prst="rect">
            <a:avLst/>
          </a:prstGeom>
          <a:solidFill>
            <a:srgbClr val="C46D54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AUTÓMATAS  //  TRABAJO GRUPAL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Dominio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Esgrima — ¿por qué es el dominio ideal para este autómata?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1274552" cy="0"/>
          </a:xfrm>
          <a:prstGeom prst="line">
            <a:avLst/>
          </a:prstGeom>
          <a:noFill/>
          <a:ln w="19050">
            <a:solidFill>
              <a:srgbClr val="C46D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03120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11680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 de florete entre dos tiradores: el Atacante y el Defensor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845613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980944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89504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Atacante puede ejecutar un tocado — esto garantiza que solo uno puede ganar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3723437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858768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67328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distancias forman una escalera de cinco posiciones que se pueden recorrer hacia adelante y hacia atrás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601261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736592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45152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Defensor solo puede retroceder o fallar la parada — nunca puede ganar por sus propias acciones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77240" y="5479085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614416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522976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hace al dominio ideal: hay dos roles, una escalera de estados, y un solo ganador posible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 – Autómata Apilador · Secuencias de Victoria · Esgrima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12188952" cy="36576"/>
          </a:xfrm>
          <a:prstGeom prst="rect">
            <a:avLst/>
          </a:prstGeom>
          <a:solidFill>
            <a:srgbClr val="C46D54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AUTÓMATAS  //  TRABAJO GRUPAL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Formal del Autómata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siete componentes que definen completamente el PDA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1274552" cy="0"/>
          </a:xfrm>
          <a:prstGeom prst="line">
            <a:avLst/>
          </a:prstGeom>
          <a:noFill/>
          <a:ln w="19050">
            <a:solidFill>
              <a:srgbClr val="C46D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03120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11680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— tres estados: turno del atacante, turno del defensor, y victoria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845613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980944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89504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— cuatro acciones: avanzar y hacer tocado para el atacante; retroceder y fallar la parada para el defensor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3723437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858768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67328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— cinco símbolos de la pila: las cinco posiciones del combate (En Garde, Largo, Medio, Corto, Corps-à-corps)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601261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736592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45152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q₀ y Z₀ — el autómata siempre empieza con el turno del atacante parado en la posición de guardia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77240" y="5479085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614416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522976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— el único estado de aceptación es la victoria, que solo el atacante puede alcanzar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 – Autómata Apilador · Secuencias de Victoria · Esgrima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12188952" cy="36576"/>
          </a:xfrm>
          <a:prstGeom prst="rect">
            <a:avLst/>
          </a:prstGeom>
          <a:solidFill>
            <a:srgbClr val="C46D54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AUTÓMATAS  //  TRABAJO GRUPAL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Pila — Por qué necesitamos un PDA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alcanza un autómata finito (AFD)?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1274552" cy="0"/>
          </a:xfrm>
          <a:prstGeom prst="line">
            <a:avLst/>
          </a:prstGeom>
          <a:noFill/>
          <a:ln w="19050">
            <a:solidFill>
              <a:srgbClr val="C46D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03120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11680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avance apila la nueva posición — la pila crece y recuerda el historial completo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845613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980944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89504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retirada desapila el tope — el autómata vuelve exactamente a donde estaba antes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3723437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858768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67328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parada fallida no cambia la pila — solo pasa el turno sin mover la posición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601261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736592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45152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AFD no tiene memoria: no puede saber a qué posición exacta regresar luego de varias retiradas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77240" y="5479085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614416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522976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pila resuelve esto — por eso necesitamos un PDA y no un autómata finito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 – Autómata Apilador · Secuencias de Victoria · Esgrima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12188952" cy="36576"/>
          </a:xfrm>
          <a:prstGeom prst="rect">
            <a:avLst/>
          </a:prstGeom>
          <a:solidFill>
            <a:srgbClr val="C46D54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AUTÓMATAS  //  TRABAJO GRUPAL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Estados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estados, cuatro tipos de flechas, un solo camino a la victoria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1274552" cy="0"/>
          </a:xfrm>
          <a:prstGeom prst="line">
            <a:avLst/>
          </a:prstGeom>
          <a:noFill/>
          <a:ln w="19050">
            <a:solidFill>
              <a:srgbClr val="C46D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5669280" cy="4206240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11" name="Image 0" descr="C:\Users\HP Pro\Desktop\automata_proyecto\grafo_p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0"/>
            <a:ext cx="5669280" cy="42062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00800" y="2011680"/>
            <a:ext cx="109728" cy="109728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1920240"/>
            <a:ext cx="5029200" cy="5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q_a — turno del atacante (estado inicial)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629400" y="2491087"/>
            <a:ext cx="5029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2612571"/>
            <a:ext cx="109728" cy="109728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2521131"/>
            <a:ext cx="5029200" cy="5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q_d — turno del defensor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629400" y="3091978"/>
            <a:ext cx="5029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3213463"/>
            <a:ext cx="109728" cy="109728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9" name="Text 16"/>
          <p:cNvSpPr/>
          <p:nvPr/>
        </p:nvSpPr>
        <p:spPr>
          <a:xfrm>
            <a:off x="6629400" y="3122023"/>
            <a:ext cx="5029200" cy="5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q_v — victoria (doble círculo = acepta)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629400" y="3692870"/>
            <a:ext cx="5029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0" y="3814354"/>
            <a:ext cx="109728" cy="109728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2" name="Text 19"/>
          <p:cNvSpPr/>
          <p:nvPr/>
        </p:nvSpPr>
        <p:spPr>
          <a:xfrm>
            <a:off x="6629400" y="3722914"/>
            <a:ext cx="5029200" cy="5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Azul: el atacante avanza y apila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629400" y="4293761"/>
            <a:ext cx="5029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0" y="4415246"/>
            <a:ext cx="109728" cy="109728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5" name="Text 22"/>
          <p:cNvSpPr/>
          <p:nvPr/>
        </p:nvSpPr>
        <p:spPr>
          <a:xfrm>
            <a:off x="6629400" y="4323806"/>
            <a:ext cx="5029200" cy="5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Rojo: el defensor retrocede y desapila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629400" y="4894653"/>
            <a:ext cx="5029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0" y="5016137"/>
            <a:ext cx="109728" cy="109728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8" name="Text 25"/>
          <p:cNvSpPr/>
          <p:nvPr/>
        </p:nvSpPr>
        <p:spPr>
          <a:xfrm>
            <a:off x="6629400" y="4924697"/>
            <a:ext cx="5029200" cy="5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Punteado: parada fallida, nada cambia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629400" y="5495544"/>
            <a:ext cx="5029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5617029"/>
            <a:ext cx="109728" cy="109728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31" name="Text 28"/>
          <p:cNvSpPr/>
          <p:nvPr/>
        </p:nvSpPr>
        <p:spPr>
          <a:xfrm>
            <a:off x="6629400" y="5525589"/>
            <a:ext cx="5029200" cy="5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Dorado: tocado desde la posición más cercana — única forma de ganar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 – Autómata Apilador · Secuencias de Victoria · Esgrima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12188952" cy="36576"/>
          </a:xfrm>
          <a:prstGeom prst="rect">
            <a:avLst/>
          </a:prstGeom>
          <a:solidFill>
            <a:srgbClr val="C46D54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AUTÓMATAS  //  TRABAJO GRUPAL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Transiciones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reglas que describen todos los movimientos posibles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1274552" cy="0"/>
          </a:xfrm>
          <a:prstGeom prst="line">
            <a:avLst/>
          </a:prstGeom>
          <a:noFill/>
          <a:ln w="19050">
            <a:solidFill>
              <a:srgbClr val="C46D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03120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11680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cinco reglas para el atacante: cuatro de avance y una de tocado que lleva a la victoria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845613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980944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89504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tocado solo es válido cuando el atacante está en corps-à-corps, la posición más cercana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3723437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858768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67328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cuatro reglas de retirada: el defensor retrocede desde cualquier posición, excepto desde la guardia inicial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601261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736592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45152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cuatro reglas de parada fallida: no cambia nada, solo pasa el turno al atacante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77240" y="5479085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614416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522976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intenta una acción que no tiene regla definida, el autómata rechaza la cadena inmediatamente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 – Autómata Apilador · Secuencias de Victoria · Esgrima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12188952" cy="36576"/>
          </a:xfrm>
          <a:prstGeom prst="rect">
            <a:avLst/>
          </a:prstGeom>
          <a:solidFill>
            <a:srgbClr val="C46D54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AUTÓMATAS  //  TRABAJO GRUPAL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Aceptada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que el autómata acepta — el atacante llega a victoria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1274552" cy="0"/>
          </a:xfrm>
          <a:prstGeom prst="line">
            <a:avLst/>
          </a:prstGeom>
          <a:noFill/>
          <a:ln w="19050">
            <a:solidFill>
              <a:srgbClr val="C46D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03120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11680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avanza hasta largo — el defensor falla la parada y no logra nada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845613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980944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89504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avanza a medio — el defensor logra retroceder y lo empuja de vuelta a largo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3723437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858768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67328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re-avanza a medio, luego a corto, luego a corps-à-corps — la pila acumula todo el recorrido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601261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736592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45152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defensor vuelve a fallar la parada — no puede detener el remate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77240" y="5479085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614416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522976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ejecuta el tocado desde corps-à-corps — el autómata acepta, la cadena pertenece al lenguaje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 – Autómata Apilador · Secuencias de Victoria · Esgrima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12188952" cy="36576"/>
          </a:xfrm>
          <a:prstGeom prst="rect">
            <a:avLst/>
          </a:prstGeom>
          <a:solidFill>
            <a:srgbClr val="C46D54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AUTÓMATAS  //  TRABAJO GRUPAL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7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Rechazada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0B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que el autómata rechaza — el atacante no puede rematar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1274552" cy="0"/>
          </a:xfrm>
          <a:prstGeom prst="line">
            <a:avLst/>
          </a:prstGeom>
          <a:noFill/>
          <a:ln w="19050">
            <a:solidFill>
              <a:srgbClr val="C46D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03120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11680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avanza hasta largo — primer movimiento válido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845613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980944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89504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defensor logra retroceder — empuja al atacante de vuelta a la posición de guardia inicial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3723437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858768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67328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intenta hacer el tocado estando en la guardia inicial — esa acción no existe en la tabla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601261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736592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45152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autómata rechaza inmediatamente: no hay transición definida para esa situación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77240" y="5479085"/>
            <a:ext cx="1051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614416"/>
            <a:ext cx="137160" cy="137160"/>
          </a:xfrm>
          <a:prstGeom prst="diamond">
            <a:avLst/>
          </a:prstGeom>
          <a:solidFill>
            <a:srgbClr val="C46D5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522976"/>
            <a:ext cx="10515600" cy="790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Razón: el tocado solo es válido desde corps-à-corps — intentarlo desde la guardia es inválido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75B7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 – Autómata Apilador · Secuencias de Victoria · Esgrima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2026-07-07T16:25:55Z</dcterms:created>
  <dcterms:modified xsi:type="dcterms:W3CDTF">2026-07-07T16:25:55Z</dcterms:modified>
</cp:coreProperties>
</file>