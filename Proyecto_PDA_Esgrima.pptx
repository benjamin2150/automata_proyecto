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P Pro\Desktop\automata_proyecto\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706831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0" y="13716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0" y="1920240"/>
            <a:ext cx="6217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486400" y="3108960"/>
            <a:ext cx="6217920" cy="0"/>
          </a:xfrm>
          <a:prstGeom prst="line">
            <a:avLst/>
          </a:prstGeom>
          <a:noFill/>
          <a:ln w="31750">
            <a:solidFill>
              <a:srgbClr val="C4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32918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 en Esgrima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03520" y="4206240"/>
            <a:ext cx="658368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0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955280" y="4389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955280" y="4846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0" y="5303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955280" y="5303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0" y="6217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autómata?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dos tiradores: el Atacante y el Defensor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un tocado — esto garantiza que solo uno puede ganar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de cinco posiciones que se pueden recorrer hacia adelante y hacia atrás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o fallar la parada — nunca puede ganar por sus propias acciones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al dominio ideal: hay dos roles, una escalera de estados, y un solo ganador posible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Autómata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siete componentes que definen completamente el PDA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tres estados: turno del atacante, turno del defensor, y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cuatro acciones: avanzar y hacer tocado para el atacante; retroceder y fallar la parada para el defensor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cinco símbolos de la pila: las cinco posiciones del combate (En Garde, Largo, Medio, Corto, Corps-à-corps)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y Z₀ — el autómata siempre empieza con el turno del atacante parado en la posición de guardia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el único estado de aceptación es la victoria, que solo el atacante puede alcanzar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— Por qué necesitamos un PDA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alcanza un autómata finito (AFD)?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 — la pila crece y recuerda el historial completo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 — el autómata vuelve exactamente a donde estaba antes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parada fallida no cambia la pila — solo pasa el turno sin mover la posición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no tiene memoria: no puede saber a qué posición exacta regresar luego de varias retiradas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 — por eso necesitamos un PDA y no un autómata finito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cuatro tipos de flechas, un solo camino a la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5669280" cy="4206240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11" name="Image 0" descr="C:\Users\HP Pro\Desktop\automata_proyecto\grafo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20240"/>
            <a:ext cx="5669280" cy="4206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0" y="2011680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3" name="Text 10"/>
          <p:cNvSpPr/>
          <p:nvPr/>
        </p:nvSpPr>
        <p:spPr>
          <a:xfrm>
            <a:off x="6629400" y="1920240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— turno del atacante (estado inicial)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629400" y="2491087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612571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6" name="Text 13"/>
          <p:cNvSpPr/>
          <p:nvPr/>
        </p:nvSpPr>
        <p:spPr>
          <a:xfrm>
            <a:off x="6629400" y="2521131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— turno del defensor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29400" y="3091978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213463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3122023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— victoria (doble círculo = acepta)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629400" y="3692870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814354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2" name="Text 19"/>
          <p:cNvSpPr/>
          <p:nvPr/>
        </p:nvSpPr>
        <p:spPr>
          <a:xfrm>
            <a:off x="6629400" y="3722914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el atacante avanza y apila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29400" y="4293761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415246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4323806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el defensor retrocede y desapila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29400" y="4894653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0" y="5016137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8" name="Text 25"/>
          <p:cNvSpPr/>
          <p:nvPr/>
        </p:nvSpPr>
        <p:spPr>
          <a:xfrm>
            <a:off x="6629400" y="4924697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Punteado: parada fallida, nada cambia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629400" y="5495544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5617029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31" name="Text 28"/>
          <p:cNvSpPr/>
          <p:nvPr/>
        </p:nvSpPr>
        <p:spPr>
          <a:xfrm>
            <a:off x="6629400" y="5525589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Dorado: tocado desde la posición más cercana — única forma de ganar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que describen todos los movimientos posibles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cinco reglas para el atacante: cuatro de avance y una de tocado que lleva a la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tocado solo es válido cuando el atacante está en corps-à-corps, la posición más cercana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retirada: el defensor retrocede desde cualquier posición, excepto desde la guardia inicial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parada fallida: no cambia nada, solo pasa el turno al atacante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intenta una acción que no tiene regla definida, el autómata rechaza la cadena inmediatamente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acepta — el atacante llega 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(w): avance, parada_fallida, avance, retirada, avance, parada_fallida, avance, parada_fallida, avance, parada_fallida, tocado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70662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83464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74320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largo — el defensor falla la parada y no logra nada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43814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56616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7472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medio — el defensor logra retroceder y lo empuja de vuelta a largo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16966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29768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20624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re-avanza a medio y el defensor falla. Luego avanza a corto y el defensor falla de nuevo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490118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02920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93776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corps-à-corps y el defensor falla su última parada, quedando sin opciones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77240" y="563270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57607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6692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ejecuta el tocado desde corps-à-corps — el autómata acepta, la cadena pertenece al lenguaje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rechaza — el atacante no puede rematar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(w): avance, retirada, tocado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70662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83464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74320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hasta largo — primer movimiento válido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43814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56616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7472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logra retroceder — empuja al atacante de vuelta a la posición de guardia inicial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16966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29768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20624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intenta hacer el tocado estando en la guardia inicial — esa acción no existe en la tabla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490118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02920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93776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autómata rechaza inmediatamente: no hay transición definida para esa situación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77240" y="5632704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57607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6692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Razón: el tocado solo es válido desde corps-à-corps — intentarlo desde la guardia es inválido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2026-07-07T23:51:27Z</dcterms:created>
  <dcterms:modified xsi:type="dcterms:W3CDTF">2026-07-07T23:51:27Z</dcterms:modified>
</cp:coreProperties>
</file>