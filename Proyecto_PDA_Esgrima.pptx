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HP Pro\Desktop\automata_proyecto\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706831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0" y="13716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0" y="1920240"/>
            <a:ext cx="6217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(PDA)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486400" y="3108960"/>
            <a:ext cx="6217920" cy="0"/>
          </a:xfrm>
          <a:prstGeom prst="line">
            <a:avLst/>
          </a:prstGeom>
          <a:noFill/>
          <a:ln w="31750">
            <a:solidFill>
              <a:srgbClr val="C4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32918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Victoria en Esgrima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303520" y="4206240"/>
            <a:ext cx="658368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0" y="4389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955280" y="4389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0" y="4846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955280" y="4846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0" y="5303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955280" y="53035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0" y="6217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Alonso Inostrosa Psijas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Dominio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— ¿por qué es el dominio ideal para este autómata?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Combate de florete entre dos tiradores: el Atacante y el Defensor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Atacante puede ejecutar un tocado — esto garantiza que solo uno puede ganar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distancias forman una escalera de cinco posiciones que se pueden recorrer hacia adelante y hacia atrás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solo puede retroceder o fallar la parada — nunca puede ganar por sus propias acciones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hace al dominio ideal: hay dos roles, una escalera de estados, y un solo ganador posible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Formal del Autómata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siete componentes que definen completamente el PDA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— tres estados: turno del atacante, turno del defensor, y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— cuatro acciones: avanzar y hacer tocado para el atacante; retroceder y fallar la parada para el defensor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— cinco símbolos de la pila: las cinco posiciones del combate (En Garde, Largo, Medio, Corto, Corps-à-corps)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q₀ y Z₀ — el autómata siempre empieza con el turno del atacante parado en la posición de guardia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— el único estado de aceptación es la victoria, que solo el atacante puede alcanzar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— Por qué necesitamos un PDA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alcanza un autómata finito (AFD)?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avance apila la nueva posición — la pila crece y recuerda el historial completo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retirada desapila el tope — el autómata vuelve exactamente a donde estaba antes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parada fallida no cambia la pila — solo pasa el turno sin mover la posición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AFD no tiene memoria: no puede saber a qué posición exacta regresar luego de varias retiradas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resuelve esto — por eso necesitamos un PDA y no un autómata finito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Estados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estados, cuatro tipos de flechas, un solo camino a la victoria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5669280" cy="4206240"/>
          </a:xfrm>
          <a:prstGeom prst="rect">
            <a:avLst/>
          </a:prstGeom>
          <a:solidFill>
            <a:srgbClr val="F0F0F0"/>
          </a:solidFill>
          <a:ln/>
        </p:spPr>
      </p:sp>
      <p:pic>
        <p:nvPicPr>
          <p:cNvPr id="11" name="Image 0" descr="C:\Users\HP Pro\Desktop\automata_proyecto\grafo_p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20240"/>
            <a:ext cx="5669280" cy="4206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0" y="2011680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3" name="Text 10"/>
          <p:cNvSpPr/>
          <p:nvPr/>
        </p:nvSpPr>
        <p:spPr>
          <a:xfrm>
            <a:off x="6629400" y="1920240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q_a — turno del atacante (estado inicial)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629400" y="2491087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612571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6" name="Text 13"/>
          <p:cNvSpPr/>
          <p:nvPr/>
        </p:nvSpPr>
        <p:spPr>
          <a:xfrm>
            <a:off x="6629400" y="2521131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 — turno del defensor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629400" y="3091978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3213463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9" name="Text 16"/>
          <p:cNvSpPr/>
          <p:nvPr/>
        </p:nvSpPr>
        <p:spPr>
          <a:xfrm>
            <a:off x="6629400" y="3122023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q_v — victoria (doble círculo = acepta)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629400" y="3692870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3814354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2" name="Text 19"/>
          <p:cNvSpPr/>
          <p:nvPr/>
        </p:nvSpPr>
        <p:spPr>
          <a:xfrm>
            <a:off x="6629400" y="3722914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el atacante avanza y apila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629400" y="4293761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4415246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4323806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el defensor retrocede y desapila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629400" y="4894653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00800" y="5016137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8" name="Text 25"/>
          <p:cNvSpPr/>
          <p:nvPr/>
        </p:nvSpPr>
        <p:spPr>
          <a:xfrm>
            <a:off x="6629400" y="4924697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Punteado: parada fallida, nada cambia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629400" y="5495544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5617029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31" name="Text 28"/>
          <p:cNvSpPr/>
          <p:nvPr/>
        </p:nvSpPr>
        <p:spPr>
          <a:xfrm>
            <a:off x="6629400" y="5525589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Dorado: tocado desde la posición más cercana — única forma de ganar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Transiciones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reglas que describen todos los movimientos posibles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cinco reglas para el atacante: cuatro de avance y una de tocado que lleva a la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tocado solo es válido cuando el atacante está en corps-à-corps, la posición más cercana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retirada: el defensor retrocede desde cualquier posición, excepto desde la guardia inicial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parada fallida: no cambia nada, solo pasa el turno al atacante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intenta una acción que no tiene regla definida, el autómata rechaza la cadena inmediatamente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0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---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inicial: el atacante toma la posicion de guardia en q_a.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parte solo con G (En Garde). Aun nadie ha avanzado.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avance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(L)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Largo y la pila crece: se apila L encima de G.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turno pasa al defensor (q_d). El defensor debe responder.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37083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2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parada_fallida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falla la parada: no logra detener al atacante.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no cambia. El turno vuelve al atacante (q_a).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3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avance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(M)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Medio. La pila crece: se apila M.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al defensor (q_d). La presion aumenta.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37083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4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retirada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retrocede: se desapila M y el atacante vuelve a Largo.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queda como antes. Turno al atacante (q_a).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5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avance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(M)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re-avanza a Medio. La pila crece de nuevo: se apila M.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al defensor (q_d).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37083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6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parada_fallida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falla la parada otra vez. La pila no cambia.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al atacante (q_a). El defensor esta cediendo terreno.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7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avance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(C)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Corto. La pila crece: se apila C.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distancia ya es muy peligrosa. Turno al defensor (q_d).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37083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20072" y="28163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20072" y="28163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8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parada_fallida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falla de nuevo. La pila no cambia.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al atacante (q_a). Ya no hay casi espacio.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20072" y="28163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20072" y="28163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9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avance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(CC)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Corps-a-corps. Se apila CC: la distancia maxima de peligro.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queda acorralado sin espacio. Turno al defensor (q_d).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37083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20072" y="28163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20072" y="28163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9720072" y="32735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720072" y="32735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7" name="Text 55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10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parada_fallida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falla su ultima parada. No hay mas espacio para retroceder.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no cambia. Turno al atacante (q_a). El remate es inevitable.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20072" y="28163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20072" y="28163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9720072" y="32735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720072" y="32735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7" name="Text 55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11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tocado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ACEPTAR -&gt; q_v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ejecuta el tocado. Tope de la pila = CC: la transicion existe.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automata pasa a q_v (victoria). La cadena es ACEPTADA.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054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20072" y="28163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20072" y="28163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9720072" y="32735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720072" y="32735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56032" y="5897880"/>
            <a:ext cx="11640312" cy="658368"/>
          </a:xfrm>
          <a:prstGeom prst="roundRect">
            <a:avLst>
              <a:gd name="adj" fmla="val 13889"/>
            </a:avLst>
          </a:prstGeom>
          <a:solidFill>
            <a:srgbClr val="082010"/>
          </a:solidFill>
          <a:ln w="31750">
            <a:solidFill>
              <a:srgbClr val="40D06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47472" y="5897880"/>
            <a:ext cx="114574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E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ACEPTADA -- el automata llega al estado de victoria q_v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12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---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automata termina en el unico estado de aceptacion: q_v.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cadena pertenece al lenguaje del automata apilador.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054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20072" y="28163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20072" y="28163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9720072" y="32735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720072" y="32735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56032" y="5897880"/>
            <a:ext cx="11640312" cy="658368"/>
          </a:xfrm>
          <a:prstGeom prst="roundRect">
            <a:avLst>
              <a:gd name="adj" fmla="val 13889"/>
            </a:avLst>
          </a:prstGeom>
          <a:solidFill>
            <a:srgbClr val="082010"/>
          </a:solidFill>
          <a:ln w="31750">
            <a:solidFill>
              <a:srgbClr val="40D06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47472" y="5897880"/>
            <a:ext cx="114574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E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ACEPTADA -- el automata llega al estado de victoria q_v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50101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2A0808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0 / 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---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inicial: el atacante toma la posicion de guardia en q_a.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parte solo con G (En Garde).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50101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2A0808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 / 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avance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(L)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Largo. Se apila 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al defensor (q_d).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37083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50101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2A0808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2 / 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retirada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retrocede: se desapila L. El atacante regresa a la guardia.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 de la pila = G. Turno al atacante (q_a).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50101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2A0808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3 / 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tocado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ERROR: sin transicion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intenta el tocado pero el tope es G, no CC.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la transicion d(q_a, tocado, G). El automata RECHAZA.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6032" y="5897880"/>
            <a:ext cx="11640312" cy="658368"/>
          </a:xfrm>
          <a:prstGeom prst="roundRect">
            <a:avLst>
              <a:gd name="adj" fmla="val 13889"/>
            </a:avLst>
          </a:prstGeom>
          <a:solidFill>
            <a:srgbClr val="200808"/>
          </a:solidFill>
          <a:ln w="31750">
            <a:solidFill>
              <a:srgbClr val="E050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7472" y="5897880"/>
            <a:ext cx="114574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 -- no existe transicion definida para ese estado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50101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2A0808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4 / 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---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automata queda atascado en q_a. No hay estado de aceptacion alcanzado.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cadena NO pertenece al lenguaje. El tocado solo es valido desde CC.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70048" y="3200400"/>
            <a:ext cx="411480" cy="-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1528" y="2697480"/>
            <a:ext cx="969264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50792" y="2697480"/>
            <a:ext cx="411480" cy="50292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65176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-&gt; PUSH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3749040"/>
            <a:ext cx="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81528" y="4206240"/>
            <a:ext cx="1380744" cy="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0048" y="3749040"/>
            <a:ext cx="411480" cy="457200"/>
          </a:xfrm>
          <a:prstGeom prst="line">
            <a:avLst/>
          </a:prstGeom>
          <a:noFill/>
          <a:ln w="25400">
            <a:solidFill>
              <a:srgbClr val="E050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560320" y="43434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-&gt; POP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416552" y="3401568"/>
            <a:ext cx="-1700784" cy="0"/>
          </a:xfrm>
          <a:prstGeom prst="line">
            <a:avLst/>
          </a:prstGeom>
          <a:noFill/>
          <a:ln w="19050">
            <a:solidFill>
              <a:srgbClr val="8A7040"/>
            </a:solidFill>
            <a:prstDash val="dash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2743200" y="3172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7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70048" y="2971800"/>
            <a:ext cx="365760" cy="-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5808" y="2194560"/>
            <a:ext cx="4261104" cy="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6912" y="2194560"/>
            <a:ext cx="0" cy="777240"/>
          </a:xfrm>
          <a:prstGeom prst="line">
            <a:avLst/>
          </a:prstGeom>
          <a:noFill/>
          <a:ln w="25400">
            <a:solidFill>
              <a:srgbClr val="E0A020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886200" y="190195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CC)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9808" y="3474720"/>
            <a:ext cx="603504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256032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6032" y="5897880"/>
            <a:ext cx="11640312" cy="658368"/>
          </a:xfrm>
          <a:prstGeom prst="roundRect">
            <a:avLst>
              <a:gd name="adj" fmla="val 13889"/>
            </a:avLst>
          </a:prstGeom>
          <a:solidFill>
            <a:srgbClr val="200808"/>
          </a:solidFill>
          <a:ln w="31750">
            <a:solidFill>
              <a:srgbClr val="E050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7472" y="5897880"/>
            <a:ext cx="114574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 -- no existe transicion definida para ese estado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2026-07-08T02:05:10Z</dcterms:created>
  <dcterms:modified xsi:type="dcterms:W3CDTF">2026-07-08T02:05:10Z</dcterms:modified>
</cp:coreProperties>
</file>